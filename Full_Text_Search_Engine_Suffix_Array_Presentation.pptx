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B4812-42D6-4C0A-A6BD-F0371FBE7B9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A6625-F74C-4033-85C4-E1FE343FD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942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A6625-F74C-4033-85C4-E1FE343FDF9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55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3657600" cy="868680"/>
          </a:xfrm>
          <a:prstGeom prst="rect">
            <a:avLst/>
          </a:prstGeom>
          <a:solidFill>
            <a:srgbClr val="26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52560" y="0"/>
            <a:ext cx="3136392" cy="1051560"/>
          </a:xfrm>
          <a:prstGeom prst="rect">
            <a:avLst/>
          </a:prstGeom>
          <a:solidFill>
            <a:srgbClr val="26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FULL-TEXT SEARCH ENGINE</a:t>
            </a:r>
          </a:p>
          <a:p>
            <a:pPr>
              <a:defRPr sz="3400" b="1">
                <a:solidFill>
                  <a:srgbClr val="BEDCF5"/>
                </a:solidFill>
              </a:defRPr>
            </a:pPr>
            <a:r>
              <a:t>ON A SUFFIX-ARRAY INDEX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3709157" cy="674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Presented by: </a:t>
            </a:r>
            <a:r>
              <a:rPr lang="en-IN" dirty="0"/>
              <a:t>Sai Snehith , Harshith Reddy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</a:defRPr>
            </a:pPr>
            <a:r>
              <a:rPr lang="en-IN" dirty="0"/>
              <a:t>Roll No: 2520090149,2520090114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Full-text search finds words, prefixes, phrases, or substrings in large document collections.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Scanning documents repeatedly becomes expensive as the collection grows.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A Suffix Array indexes all suffixes of the text in sorted order.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Binary search enables efficient pattern lookup over the suffix array.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Kasai’s LCP array reduces repeated character comparisons during searching.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The proposed engine returns matching documents as ranked search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Full-Text Search Engine on a Suffix-Array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9496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71600"/>
            <a:ext cx="4992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499262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Large document collections require efficient indexing; naïve scanning can lead to high query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9496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371600"/>
            <a:ext cx="4992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Required Search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56232"/>
            <a:ext cx="499262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The engine should support substring, prefix and phrase queries with ranked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10927080" cy="1828800"/>
          </a:xfrm>
          <a:prstGeom prst="roundRect">
            <a:avLst/>
          </a:prstGeom>
          <a:solidFill>
            <a:srgbClr val="F7F9F4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566160"/>
            <a:ext cx="10524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Performance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50791"/>
            <a:ext cx="105247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Measure query latency and index size, and compare the suffix-array approach with an inverted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66"/>
                </a:solidFill>
              </a:defRPr>
            </a:pPr>
            <a:r>
              <a:t>Goal: Develop a compact and efficient full-text search engine using Suffix Array + LCP-based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Full-Text Search Engine on a Suffix-Array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Build a searchable index over a collection of documents.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Construct the suffix array using an O(n log² n) method.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Generate the LCP array using Kasai’s algorithm.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Implement LCP-accelerated binary search for faster pattern matching.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Support substring, prefix and phrase queries.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Rank and display relevant search results.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Compare query latency and index size against an inverted index.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Full-Text Search Engine on a Suffix-Array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051560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12471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DOCUMENT 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TEXT PREPROCESSING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7063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SUFFIX ARRAY</a:t>
            </a:r>
            <a:br/>
            <a:r>
              <a:t>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9359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LCP ARRAY</a:t>
            </a:r>
            <a:br/>
            <a:r>
              <a:t>(KASAI)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417320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49047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QUERY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331720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40487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LCP-ACCELERATED</a:t>
            </a:r>
            <a:br/>
            <a:r>
              <a:t>BINARY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246120"/>
            <a:ext cx="4526280" cy="621792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31927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MATCHING SUFFIXES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160520"/>
            <a:ext cx="4526280" cy="621792"/>
          </a:xfrm>
          <a:prstGeom prst="roundRect">
            <a:avLst/>
          </a:prstGeom>
          <a:solidFill>
            <a:srgbClr val="E7F5EE"/>
          </a:solidFill>
          <a:ln>
            <a:solidFill>
              <a:srgbClr val="2E7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23367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RANKED SEARCH</a:t>
            </a:r>
            <a:br/>
            <a:r>
              <a:t>RESULTS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82112" y="1673352"/>
            <a:ext cx="0" cy="201167"/>
          </a:xfrm>
          <a:prstGeom prst="line">
            <a:avLst/>
          </a:prstGeom>
          <a:ln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82112" y="2496312"/>
            <a:ext cx="0" cy="201168"/>
          </a:xfrm>
          <a:prstGeom prst="line">
            <a:avLst/>
          </a:prstGeom>
          <a:ln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82112" y="3319272"/>
            <a:ext cx="0" cy="201168"/>
          </a:xfrm>
          <a:prstGeom prst="line">
            <a:avLst/>
          </a:prstGeom>
          <a:ln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05672" y="2039112"/>
            <a:ext cx="0" cy="292608"/>
          </a:xfrm>
          <a:prstGeom prst="line">
            <a:avLst/>
          </a:prstGeom>
          <a:ln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05672" y="2953512"/>
            <a:ext cx="0" cy="292608"/>
          </a:xfrm>
          <a:prstGeom prst="line">
            <a:avLst/>
          </a:prstGeom>
          <a:ln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05672" y="3867912"/>
            <a:ext cx="0" cy="292608"/>
          </a:xfrm>
          <a:prstGeom prst="line">
            <a:avLst/>
          </a:prstGeom>
          <a:ln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40680" y="2651760"/>
            <a:ext cx="1097280" cy="1170431"/>
          </a:xfrm>
          <a:prstGeom prst="line">
            <a:avLst/>
          </a:prstGeom>
          <a:ln>
            <a:solidFill>
              <a:srgbClr val="2E7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 dirty="0"/>
              <a:t>Full-Text Search Engine on a Suffix-Array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Algorithms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Suffix Array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7238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Sorts all suffixes of the text. Construction target: O(n log² 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347472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280160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Kasai’s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07238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Builds the LCP array by computing common-prefix lengths of adjacent suffixes.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280160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LCP-Accelerated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764792"/>
            <a:ext cx="307238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Uses LCP information to skip repeated character comparisons during binary 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646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20574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114800"/>
            <a:ext cx="1655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99431"/>
            <a:ext cx="165506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rPr dirty="0"/>
              <a:t>Python / C++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2" y="3977639"/>
            <a:ext cx="20574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54680" y="4114800"/>
            <a:ext cx="1655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599431"/>
            <a:ext cx="165506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Suffix Array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1224" y="3977639"/>
            <a:ext cx="20574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22392" y="4114800"/>
            <a:ext cx="1655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LCP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4599431"/>
            <a:ext cx="165506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Kasai Algorithm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8936" y="3977639"/>
            <a:ext cx="20574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0104" y="4114800"/>
            <a:ext cx="1655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4599431"/>
            <a:ext cx="165506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Binary 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3977639"/>
            <a:ext cx="20574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57816" y="4114800"/>
            <a:ext cx="1655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4599431"/>
            <a:ext cx="165506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Latency &amp; 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Full-Text Search Engine on a Suffix-Array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Expected 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166360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4764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Query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764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Measure how quickly queries are answered.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166360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1280160"/>
            <a:ext cx="4764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Index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764792"/>
            <a:ext cx="4764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Measure storage overhead of the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5166360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880360"/>
            <a:ext cx="4764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Construction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364992"/>
            <a:ext cx="4764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Measure time required to build the suffix array/LCP.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5166360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880360"/>
            <a:ext cx="4764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Search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364992"/>
            <a:ext cx="4764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Verify relevant matching documents are returned.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646"/>
                </a:solidFill>
              </a:defRPr>
            </a:pPr>
            <a:r>
              <a:t>PERFORMANCE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66360"/>
            <a:ext cx="4206240" cy="731520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21808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</a:defRPr>
            </a:pPr>
            <a:r>
              <a:t>Suffix Array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66360"/>
            <a:ext cx="4206240" cy="731520"/>
          </a:xfrm>
          <a:prstGeom prst="roundRect">
            <a:avLst/>
          </a:prstGeom>
          <a:solidFill>
            <a:srgbClr val="F1F6FB"/>
          </a:solidFill>
          <a:ln>
            <a:solidFill>
              <a:srgbClr val="26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5321808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646"/>
                </a:solidFill>
              </a:defRPr>
            </a:pPr>
            <a:r>
              <a:t>Inverted 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Full-Text Search Engine on a Suffix-Array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2801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94960" cy="233172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188719"/>
            <a:ext cx="4992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73352"/>
            <a:ext cx="499262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The suffix-array index provides compact full-text indexing. Binary search enables fast lookup, while Kasai’s LCP array helps reduce repeated comparisons. The system supports multiple query types and ranked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51560"/>
            <a:ext cx="5394960" cy="2331720"/>
          </a:xfrm>
          <a:prstGeom prst="roundRect">
            <a:avLst/>
          </a:prstGeom>
          <a:solidFill>
            <a:srgbClr val="F1F6F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188719"/>
            <a:ext cx="4992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646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673352"/>
            <a:ext cx="499262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• Distributed document collections</a:t>
            </a:r>
            <a:br/>
            <a:r>
              <a:t>• Parallel index construction</a:t>
            </a:r>
            <a:br/>
            <a:r>
              <a:t>• Advanced relevance ranking</a:t>
            </a:r>
            <a:br/>
            <a:r>
              <a:t>• Real-time document updates</a:t>
            </a:r>
            <a:br/>
            <a:r>
              <a:t>• Web-based search interface</a:t>
            </a:r>
            <a:br/>
            <a:r>
              <a:t>• Large-scale search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3386" y="4069080"/>
            <a:ext cx="235474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2646"/>
                </a:solidFill>
              </a:defRPr>
            </a:pPr>
            <a:r>
              <a:rPr dirty="0"/>
              <a:t>THANK YOU</a:t>
            </a:r>
          </a:p>
          <a:p>
            <a:pPr algn="ctr">
              <a:defRPr sz="2200">
                <a:solidFill>
                  <a:srgbClr val="2E7D66"/>
                </a:solidFill>
              </a:defRPr>
            </a:pP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Full-Text Search Engine on a Suffix-Array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510</Words>
  <Application>Microsoft Office PowerPoint</Application>
  <PresentationFormat>Widescreen</PresentationFormat>
  <Paragraphs>88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 reddy</cp:lastModifiedBy>
  <cp:revision>3</cp:revision>
  <dcterms:created xsi:type="dcterms:W3CDTF">2013-01-27T09:14:16Z</dcterms:created>
  <dcterms:modified xsi:type="dcterms:W3CDTF">2026-09-02T06:01:53Z</dcterms:modified>
  <cp:category/>
</cp:coreProperties>
</file>